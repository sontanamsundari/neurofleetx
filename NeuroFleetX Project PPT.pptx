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ans Bold" panose="020B0604020202020204" charset="0"/>
      <p:regular r:id="rId11"/>
    </p:embeddedFont>
    <p:embeddedFont>
      <p:font typeface="TT Interphases" panose="020B0604020202020204" charset="0"/>
      <p:regular r:id="rId12"/>
    </p:embeddedFont>
    <p:embeddedFont>
      <p:font typeface="TT Interphase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 flipV="1">
            <a:off x="7583725" y="1397001"/>
            <a:ext cx="257800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" name="Group 6"/>
          <p:cNvGrpSpPr/>
          <p:nvPr/>
        </p:nvGrpSpPr>
        <p:grpSpPr>
          <a:xfrm>
            <a:off x="9647380" y="1277938"/>
            <a:ext cx="514350" cy="128587"/>
            <a:chOff x="0" y="0"/>
            <a:chExt cx="135467" cy="338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3768778"/>
            <a:ext cx="16230600" cy="188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3"/>
              </a:lnSpc>
            </a:pPr>
            <a:r>
              <a:rPr lang="en-US" sz="7937" b="1" spc="-595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NeuroFleetX – AI-Driven Urban Mobility Optimization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72596" y="6107995"/>
            <a:ext cx="11822692" cy="894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sz="1900" b="1" spc="-4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 Smart Transportation System for Efficient Ride Booking &amp; Fleet Management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1900" b="1" spc="-47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1900" b="1" spc="-47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05200" y="1170946"/>
            <a:ext cx="9910863" cy="1216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9916" spc="-743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52800" y="2857500"/>
            <a:ext cx="11897301" cy="6748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Urban transportation faces several challenges:</a:t>
            </a:r>
          </a:p>
          <a:p>
            <a:pPr algn="l">
              <a:lnSpc>
                <a:spcPts val="3491"/>
              </a:lnSpc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Unorganized fleet management leading to delays and inefficiency.</a:t>
            </a: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Manual ride assignment causing slow allocation and increased wait times.</a:t>
            </a:r>
          </a:p>
          <a:p>
            <a:pPr marL="753756" lvl="1" indent="-376878" algn="l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No centralized dashboard for admins to manage users, vehicles, and complaints.</a:t>
            </a:r>
          </a:p>
          <a:p>
            <a:pPr marL="753756" lvl="1" indent="-376878" algn="l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Lack of transparency for customers regarding ride status and tracking.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These issues reduce customer satisfaction and increase operational workload.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491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188567" y="1217612"/>
            <a:ext cx="9910863" cy="121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9916" spc="-743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Proposed Solution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24200" y="3009900"/>
            <a:ext cx="12506901" cy="6299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3200" b="1" spc="-87" dirty="0" err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NeuroFleetX</a:t>
            </a: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provides an end-to-end intelligent mobility platform:</a:t>
            </a:r>
          </a:p>
          <a:p>
            <a:pPr algn="l">
              <a:lnSpc>
                <a:spcPts val="3491"/>
              </a:lnSpc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Ride booking system with automated driver assignment.</a:t>
            </a: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Customer dashboard to track rides, cancel bookings, and view ride statistics.</a:t>
            </a:r>
          </a:p>
          <a:p>
            <a:pPr marL="753756" lvl="1" indent="-376878" algn="l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Admin dashboard to manage users, vehicles, complaints, and analytics.</a:t>
            </a:r>
          </a:p>
          <a:p>
            <a:pPr marL="753756" lvl="1" indent="-376878" algn="l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Vehicle health monitoring for proactive maintenance.</a:t>
            </a:r>
          </a:p>
          <a:p>
            <a:pPr marL="753756" lvl="1" indent="-376878" algn="l">
              <a:lnSpc>
                <a:spcPts val="3491"/>
              </a:lnSpc>
              <a:spcBef>
                <a:spcPct val="0"/>
              </a:spcBef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Efficient complaint handling with real-time status updates.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491"/>
              </a:lnSpc>
              <a:spcBef>
                <a:spcPct val="0"/>
              </a:spcBef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This provides a faster, more reliable, and scalable transport solution.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491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97525" y="3316524"/>
            <a:ext cx="5047573" cy="2508666"/>
            <a:chOff x="0" y="0"/>
            <a:chExt cx="1329402" cy="660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9402" cy="660719"/>
            </a:xfrm>
            <a:custGeom>
              <a:avLst/>
              <a:gdLst/>
              <a:ahLst/>
              <a:cxnLst/>
              <a:rect l="l" t="t" r="r" b="b"/>
              <a:pathLst>
                <a:path w="1329402" h="660719">
                  <a:moveTo>
                    <a:pt x="0" y="0"/>
                  </a:moveTo>
                  <a:lnTo>
                    <a:pt x="1329402" y="0"/>
                  </a:lnTo>
                  <a:lnTo>
                    <a:pt x="1329402" y="660719"/>
                  </a:lnTo>
                  <a:lnTo>
                    <a:pt x="0" y="6607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2C80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329402" cy="622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-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User Authentication Module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217876" y="1134145"/>
            <a:ext cx="10514947" cy="1270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07"/>
              </a:lnSpc>
            </a:pPr>
            <a:r>
              <a:rPr lang="en-US" sz="10230" spc="-7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Major Functionalities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21900" y="3316524"/>
            <a:ext cx="5047573" cy="2508666"/>
            <a:chOff x="0" y="0"/>
            <a:chExt cx="1329402" cy="6607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29402" cy="660719"/>
            </a:xfrm>
            <a:custGeom>
              <a:avLst/>
              <a:gdLst/>
              <a:ahLst/>
              <a:cxnLst/>
              <a:rect l="l" t="t" r="r" b="b"/>
              <a:pathLst>
                <a:path w="1329402" h="660719">
                  <a:moveTo>
                    <a:pt x="0" y="0"/>
                  </a:moveTo>
                  <a:lnTo>
                    <a:pt x="1329402" y="0"/>
                  </a:lnTo>
                  <a:lnTo>
                    <a:pt x="1329402" y="660719"/>
                  </a:lnTo>
                  <a:lnTo>
                    <a:pt x="0" y="6607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2C80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38100"/>
              <a:ext cx="1329402" cy="622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-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Vehicle Booking Module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50448" y="3316524"/>
            <a:ext cx="5047573" cy="2508666"/>
            <a:chOff x="0" y="0"/>
            <a:chExt cx="1329402" cy="6607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29402" cy="660719"/>
            </a:xfrm>
            <a:custGeom>
              <a:avLst/>
              <a:gdLst/>
              <a:ahLst/>
              <a:cxnLst/>
              <a:rect l="l" t="t" r="r" b="b"/>
              <a:pathLst>
                <a:path w="1329402" h="660719">
                  <a:moveTo>
                    <a:pt x="0" y="0"/>
                  </a:moveTo>
                  <a:lnTo>
                    <a:pt x="1329402" y="0"/>
                  </a:lnTo>
                  <a:lnTo>
                    <a:pt x="1329402" y="660719"/>
                  </a:lnTo>
                  <a:lnTo>
                    <a:pt x="0" y="6607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2C80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38100"/>
              <a:ext cx="1329402" cy="622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-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Auto Driver Assignment Module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7525" y="6188976"/>
            <a:ext cx="5047573" cy="2508666"/>
            <a:chOff x="0" y="0"/>
            <a:chExt cx="1329402" cy="6607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29402" cy="660719"/>
            </a:xfrm>
            <a:custGeom>
              <a:avLst/>
              <a:gdLst/>
              <a:ahLst/>
              <a:cxnLst/>
              <a:rect l="l" t="t" r="r" b="b"/>
              <a:pathLst>
                <a:path w="1329402" h="660719">
                  <a:moveTo>
                    <a:pt x="0" y="0"/>
                  </a:moveTo>
                  <a:lnTo>
                    <a:pt x="1329402" y="0"/>
                  </a:lnTo>
                  <a:lnTo>
                    <a:pt x="1329402" y="660719"/>
                  </a:lnTo>
                  <a:lnTo>
                    <a:pt x="0" y="6607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2C80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329402" cy="622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-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Vehicle Management Module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21900" y="6188976"/>
            <a:ext cx="5047573" cy="2508666"/>
            <a:chOff x="0" y="0"/>
            <a:chExt cx="1329402" cy="6607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29402" cy="660719"/>
            </a:xfrm>
            <a:custGeom>
              <a:avLst/>
              <a:gdLst/>
              <a:ahLst/>
              <a:cxnLst/>
              <a:rect l="l" t="t" r="r" b="b"/>
              <a:pathLst>
                <a:path w="1329402" h="660719">
                  <a:moveTo>
                    <a:pt x="0" y="0"/>
                  </a:moveTo>
                  <a:lnTo>
                    <a:pt x="1329402" y="0"/>
                  </a:lnTo>
                  <a:lnTo>
                    <a:pt x="1329402" y="660719"/>
                  </a:lnTo>
                  <a:lnTo>
                    <a:pt x="0" y="6607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2C80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38100"/>
              <a:ext cx="1329402" cy="622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-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Driver Management Module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50448" y="6188976"/>
            <a:ext cx="5047573" cy="2508666"/>
            <a:chOff x="0" y="0"/>
            <a:chExt cx="1329402" cy="6607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29402" cy="660719"/>
            </a:xfrm>
            <a:custGeom>
              <a:avLst/>
              <a:gdLst/>
              <a:ahLst/>
              <a:cxnLst/>
              <a:rect l="l" t="t" r="r" b="b"/>
              <a:pathLst>
                <a:path w="1329402" h="660719">
                  <a:moveTo>
                    <a:pt x="0" y="0"/>
                  </a:moveTo>
                  <a:lnTo>
                    <a:pt x="1329402" y="0"/>
                  </a:lnTo>
                  <a:lnTo>
                    <a:pt x="1329402" y="660719"/>
                  </a:lnTo>
                  <a:lnTo>
                    <a:pt x="0" y="660719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002C80">
                    <a:alpha val="100000"/>
                  </a:srgbClr>
                </a:gs>
              </a:gsLst>
              <a:lin ang="270000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38100"/>
              <a:ext cx="1329402" cy="6226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r>
                <a:rPr lang="en-US" sz="2500" b="1" spc="-62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Feedback, Complaints &amp; Analytics Module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8475" y="3465162"/>
            <a:ext cx="7905091" cy="4446614"/>
          </a:xfrm>
          <a:custGeom>
            <a:avLst/>
            <a:gdLst/>
            <a:ahLst/>
            <a:cxnLst/>
            <a:rect l="l" t="t" r="r" b="b"/>
            <a:pathLst>
              <a:path w="7905091" h="4446614">
                <a:moveTo>
                  <a:pt x="0" y="0"/>
                </a:moveTo>
                <a:lnTo>
                  <a:pt x="7905091" y="0"/>
                </a:lnTo>
                <a:lnTo>
                  <a:pt x="7905091" y="4446614"/>
                </a:lnTo>
                <a:lnTo>
                  <a:pt x="0" y="444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3465162"/>
            <a:ext cx="7905091" cy="4446614"/>
          </a:xfrm>
          <a:custGeom>
            <a:avLst/>
            <a:gdLst/>
            <a:ahLst/>
            <a:cxnLst/>
            <a:rect l="l" t="t" r="r" b="b"/>
            <a:pathLst>
              <a:path w="7905091" h="4446614">
                <a:moveTo>
                  <a:pt x="0" y="0"/>
                </a:moveTo>
                <a:lnTo>
                  <a:pt x="7905091" y="0"/>
                </a:lnTo>
                <a:lnTo>
                  <a:pt x="7905091" y="4446614"/>
                </a:lnTo>
                <a:lnTo>
                  <a:pt x="0" y="4446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903885" y="1089025"/>
            <a:ext cx="5479361" cy="148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12098" spc="-90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Module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8948046"/>
            <a:ext cx="18288000" cy="67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9"/>
              </a:lnSpc>
              <a:spcBef>
                <a:spcPct val="0"/>
              </a:spcBef>
            </a:pPr>
            <a:r>
              <a:rPr lang="en-US" sz="2679" b="1" spc="-6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application includes a simple Register page for new users to create an account and a secure Login page that allows both users and admins to access the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88297" y="3586361"/>
            <a:ext cx="5567930" cy="3149643"/>
          </a:xfrm>
          <a:custGeom>
            <a:avLst/>
            <a:gdLst/>
            <a:ahLst/>
            <a:cxnLst/>
            <a:rect l="l" t="t" r="r" b="b"/>
            <a:pathLst>
              <a:path w="5567930" h="3149643">
                <a:moveTo>
                  <a:pt x="0" y="0"/>
                </a:moveTo>
                <a:lnTo>
                  <a:pt x="5567930" y="0"/>
                </a:lnTo>
                <a:lnTo>
                  <a:pt x="5567930" y="3149643"/>
                </a:lnTo>
                <a:lnTo>
                  <a:pt x="0" y="3149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3" r="-1135" b="-28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60035" y="3590748"/>
            <a:ext cx="5567930" cy="3145256"/>
          </a:xfrm>
          <a:custGeom>
            <a:avLst/>
            <a:gdLst/>
            <a:ahLst/>
            <a:cxnLst/>
            <a:rect l="l" t="t" r="r" b="b"/>
            <a:pathLst>
              <a:path w="5567930" h="3145256">
                <a:moveTo>
                  <a:pt x="0" y="0"/>
                </a:moveTo>
                <a:lnTo>
                  <a:pt x="5567930" y="0"/>
                </a:lnTo>
                <a:lnTo>
                  <a:pt x="5567930" y="3145256"/>
                </a:lnTo>
                <a:lnTo>
                  <a:pt x="0" y="3145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49" t="-1423" r="-1834" b="-142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32765" y="3586361"/>
            <a:ext cx="5567930" cy="3131960"/>
          </a:xfrm>
          <a:custGeom>
            <a:avLst/>
            <a:gdLst/>
            <a:ahLst/>
            <a:cxnLst/>
            <a:rect l="l" t="t" r="r" b="b"/>
            <a:pathLst>
              <a:path w="5567930" h="3131960">
                <a:moveTo>
                  <a:pt x="0" y="0"/>
                </a:moveTo>
                <a:lnTo>
                  <a:pt x="5567929" y="0"/>
                </a:lnTo>
                <a:lnTo>
                  <a:pt x="5567929" y="3131961"/>
                </a:lnTo>
                <a:lnTo>
                  <a:pt x="0" y="3131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43600" y="1035383"/>
            <a:ext cx="5479361" cy="148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12098" spc="-90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Module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728" y="7785754"/>
            <a:ext cx="16720544" cy="1980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1"/>
              </a:lnSpc>
            </a:pPr>
            <a:r>
              <a:rPr lang="en-US" sz="2601" b="1" spc="-6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Ride Booking &amp; Tracking – Allows customers to book rides, view assigned drivers, track ride progress in real time, and access ride statistics such as completed rides, cancellations, and travel history.</a:t>
            </a:r>
          </a:p>
          <a:p>
            <a:pPr algn="ctr">
              <a:lnSpc>
                <a:spcPts val="2601"/>
              </a:lnSpc>
            </a:pPr>
            <a:endParaRPr lang="en-US" sz="2601" b="1" spc="-65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601"/>
              </a:lnSpc>
            </a:pPr>
            <a:endParaRPr lang="en-US" sz="2601" b="1" spc="-65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601"/>
              </a:lnSpc>
            </a:pPr>
            <a:endParaRPr lang="en-US" sz="2601" b="1" spc="-65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601"/>
              </a:lnSpc>
              <a:spcBef>
                <a:spcPct val="0"/>
              </a:spcBef>
            </a:pPr>
            <a:endParaRPr lang="en-US" sz="2601" b="1" spc="-65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4252" y="3873289"/>
            <a:ext cx="5668578" cy="3225247"/>
          </a:xfrm>
          <a:custGeom>
            <a:avLst/>
            <a:gdLst/>
            <a:ahLst/>
            <a:cxnLst/>
            <a:rect l="l" t="t" r="r" b="b"/>
            <a:pathLst>
              <a:path w="5668578" h="3225247">
                <a:moveTo>
                  <a:pt x="0" y="0"/>
                </a:moveTo>
                <a:lnTo>
                  <a:pt x="5668578" y="0"/>
                </a:lnTo>
                <a:lnTo>
                  <a:pt x="5668578" y="3225247"/>
                </a:lnTo>
                <a:lnTo>
                  <a:pt x="0" y="3225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75" r="-5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9711" y="3873289"/>
            <a:ext cx="5668578" cy="3188575"/>
          </a:xfrm>
          <a:custGeom>
            <a:avLst/>
            <a:gdLst/>
            <a:ahLst/>
            <a:cxnLst/>
            <a:rect l="l" t="t" r="r" b="b"/>
            <a:pathLst>
              <a:path w="5668578" h="3188575">
                <a:moveTo>
                  <a:pt x="0" y="0"/>
                </a:moveTo>
                <a:lnTo>
                  <a:pt x="5668578" y="0"/>
                </a:lnTo>
                <a:lnTo>
                  <a:pt x="5668578" y="3188575"/>
                </a:lnTo>
                <a:lnTo>
                  <a:pt x="0" y="3188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44989" y="3873289"/>
            <a:ext cx="5668578" cy="3188575"/>
          </a:xfrm>
          <a:custGeom>
            <a:avLst/>
            <a:gdLst/>
            <a:ahLst/>
            <a:cxnLst/>
            <a:rect l="l" t="t" r="r" b="b"/>
            <a:pathLst>
              <a:path w="5668578" h="3188575">
                <a:moveTo>
                  <a:pt x="0" y="0"/>
                </a:moveTo>
                <a:lnTo>
                  <a:pt x="5668578" y="0"/>
                </a:lnTo>
                <a:lnTo>
                  <a:pt x="5668578" y="3188575"/>
                </a:lnTo>
                <a:lnTo>
                  <a:pt x="0" y="3188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06436" y="1119767"/>
            <a:ext cx="5479361" cy="148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12098" spc="-90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Module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4761" y="8285381"/>
            <a:ext cx="17558477" cy="654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-6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Vehicle Management – Enables admins to add, update, and monitor vehicle details and their operational status, along with managing driver assignments and driver activity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3342453"/>
            <a:ext cx="7321525" cy="4118358"/>
          </a:xfrm>
          <a:custGeom>
            <a:avLst/>
            <a:gdLst/>
            <a:ahLst/>
            <a:cxnLst/>
            <a:rect l="l" t="t" r="r" b="b"/>
            <a:pathLst>
              <a:path w="7321525" h="4118358">
                <a:moveTo>
                  <a:pt x="0" y="0"/>
                </a:moveTo>
                <a:lnTo>
                  <a:pt x="7321525" y="0"/>
                </a:lnTo>
                <a:lnTo>
                  <a:pt x="7321525" y="4118358"/>
                </a:lnTo>
                <a:lnTo>
                  <a:pt x="0" y="4118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680600" y="3342453"/>
            <a:ext cx="7321525" cy="4118358"/>
          </a:xfrm>
          <a:custGeom>
            <a:avLst/>
            <a:gdLst/>
            <a:ahLst/>
            <a:cxnLst/>
            <a:rect l="l" t="t" r="r" b="b"/>
            <a:pathLst>
              <a:path w="7321525" h="4118358">
                <a:moveTo>
                  <a:pt x="0" y="0"/>
                </a:moveTo>
                <a:lnTo>
                  <a:pt x="7321525" y="0"/>
                </a:lnTo>
                <a:lnTo>
                  <a:pt x="7321525" y="4118358"/>
                </a:lnTo>
                <a:lnTo>
                  <a:pt x="0" y="4118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943600" y="1055474"/>
            <a:ext cx="5479361" cy="1489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8"/>
              </a:lnSpc>
            </a:pPr>
            <a:r>
              <a:rPr lang="en-US" sz="12098" spc="-90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Module 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2420" y="8375649"/>
            <a:ext cx="15322530" cy="191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  <a:spcBef>
                <a:spcPct val="0"/>
              </a:spcBef>
            </a:pPr>
            <a:r>
              <a:rPr lang="en-US" sz="2500" b="1" spc="-6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 Analytics &amp; Complaints Dashboard – Provides admins with real-time ride, user, and vehicle insights while enabling efficient tracking, filtering, and resolution of customer complaints.</a:t>
            </a: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2500" b="1" spc="-62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2500" b="1" spc="-62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2500" b="1" spc="-62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ctr">
              <a:lnSpc>
                <a:spcPts val="2500"/>
              </a:lnSpc>
              <a:spcBef>
                <a:spcPct val="0"/>
              </a:spcBef>
            </a:pPr>
            <a:endParaRPr lang="en-US" sz="2500" b="1" spc="-62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02C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44950" y="1089025"/>
            <a:ext cx="514350" cy="128587"/>
            <a:chOff x="0" y="0"/>
            <a:chExt cx="135467" cy="338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5467" cy="33867"/>
            </a:xfrm>
            <a:custGeom>
              <a:avLst/>
              <a:gdLst/>
              <a:ahLst/>
              <a:cxnLst/>
              <a:rect l="l" t="t" r="r" b="b"/>
              <a:pathLst>
                <a:path w="135467" h="33867">
                  <a:moveTo>
                    <a:pt x="0" y="0"/>
                  </a:moveTo>
                  <a:lnTo>
                    <a:pt x="135467" y="0"/>
                  </a:lnTo>
                  <a:lnTo>
                    <a:pt x="135467" y="33867"/>
                  </a:lnTo>
                  <a:lnTo>
                    <a:pt x="0" y="33867"/>
                  </a:lnTo>
                  <a:close/>
                </a:path>
              </a:pathLst>
            </a:custGeom>
            <a:solidFill>
              <a:srgbClr val="0057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35467" cy="33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49655" y="1153318"/>
            <a:ext cx="6188687" cy="121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9916" spc="-743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Conclusion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04499" y="2866864"/>
            <a:ext cx="13279001" cy="8094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project delivers a functional ride-management system with key features like ride booking, tracking, vehicle/driver management, complaints, and analytics.</a:t>
            </a:r>
          </a:p>
          <a:p>
            <a:pPr algn="l">
              <a:lnSpc>
                <a:spcPts val="3491"/>
              </a:lnSpc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It improves user experience and operational efficiency by providing clear dashboards and real-time visibility.</a:t>
            </a:r>
          </a:p>
          <a:p>
            <a:pPr algn="l">
              <a:lnSpc>
                <a:spcPts val="3491"/>
              </a:lnSpc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Minor limitations exist such as UI refinement and enhanced map accuracy.</a:t>
            </a:r>
          </a:p>
          <a:p>
            <a:pPr algn="l">
              <a:lnSpc>
                <a:spcPts val="3491"/>
              </a:lnSpc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improvements can include live map integration, notifications, and advanced reporting.</a:t>
            </a:r>
          </a:p>
          <a:p>
            <a:pPr algn="l">
              <a:lnSpc>
                <a:spcPts val="3491"/>
              </a:lnSpc>
            </a:pPr>
            <a:endParaRPr lang="en-US" sz="3200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marL="753756" lvl="1" indent="-376878" algn="l">
              <a:lnSpc>
                <a:spcPts val="3491"/>
              </a:lnSpc>
              <a:buFont typeface="Arial"/>
              <a:buChar char="•"/>
            </a:pPr>
            <a:r>
              <a:rPr lang="en-US" sz="3200" b="1" spc="-87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Overall, the project meets its objectives and provides a strong base for further development.</a:t>
            </a: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491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491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  <a:p>
            <a:pPr algn="l">
              <a:lnSpc>
                <a:spcPts val="3491"/>
              </a:lnSpc>
              <a:spcBef>
                <a:spcPct val="0"/>
              </a:spcBef>
            </a:pPr>
            <a:endParaRPr lang="en-US" sz="3491" b="1" spc="-87" dirty="0">
              <a:solidFill>
                <a:srgbClr val="FFFFFF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395</Words>
  <Application>Microsoft Office PowerPoint</Application>
  <PresentationFormat>Custom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</vt:lpstr>
      <vt:lpstr>DM Sans Bold</vt:lpstr>
      <vt:lpstr>Arial</vt:lpstr>
      <vt:lpstr>TT Interphases</vt:lpstr>
      <vt:lpstr>TT Interphases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and Green Modern EV Revolution Presentation</dc:title>
  <cp:lastModifiedBy>Sontanam V c m b sundari</cp:lastModifiedBy>
  <cp:revision>3</cp:revision>
  <dcterms:created xsi:type="dcterms:W3CDTF">2006-08-16T00:00:00Z</dcterms:created>
  <dcterms:modified xsi:type="dcterms:W3CDTF">2025-12-18T14:33:12Z</dcterms:modified>
  <dc:identifier>DAG6oifrNEQ</dc:identifier>
</cp:coreProperties>
</file>